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3" r:id="rId1"/>
  </p:sldMasterIdLst>
  <p:notesMasterIdLst>
    <p:notesMasterId r:id="rId4"/>
  </p:notesMasterIdLst>
  <p:sldIdLst>
    <p:sldId id="257" r:id="rId2"/>
    <p:sldId id="258" r:id="rId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E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8B8FE4-3A84-4BB3-B617-8A7CEADC7FFA}" type="datetimeFigureOut">
              <a:rPr lang="zh-TW" altLang="en-US" smtClean="0"/>
              <a:t>2023/12/6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649807-D075-408B-A8E4-91A13C5DE7B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37705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群組 21">
            <a:extLst>
              <a:ext uri="{FF2B5EF4-FFF2-40B4-BE49-F238E27FC236}">
                <a16:creationId xmlns:a16="http://schemas.microsoft.com/office/drawing/2014/main" id="{36312581-7BB5-4E95-94C4-151386EC59B4}"/>
              </a:ext>
            </a:extLst>
          </p:cNvPr>
          <p:cNvGrpSpPr/>
          <p:nvPr userDrawn="1"/>
        </p:nvGrpSpPr>
        <p:grpSpPr>
          <a:xfrm>
            <a:off x="0" y="0"/>
            <a:ext cx="12192000" cy="6857999"/>
            <a:chOff x="0" y="0"/>
            <a:chExt cx="12192000" cy="6857999"/>
          </a:xfrm>
        </p:grpSpPr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A533FCE8-8C2D-4A47-AF9B-E46BFAEDF122}"/>
                </a:ext>
              </a:extLst>
            </p:cNvPr>
            <p:cNvSpPr/>
            <p:nvPr userDrawn="1"/>
          </p:nvSpPr>
          <p:spPr>
            <a:xfrm>
              <a:off x="0" y="0"/>
              <a:ext cx="12192000" cy="6836051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pSp>
          <p:nvGrpSpPr>
            <p:cNvPr id="20" name="群組 19">
              <a:extLst>
                <a:ext uri="{FF2B5EF4-FFF2-40B4-BE49-F238E27FC236}">
                  <a16:creationId xmlns:a16="http://schemas.microsoft.com/office/drawing/2014/main" id="{0BB61217-FCD2-4702-B655-8D42EB33E840}"/>
                </a:ext>
              </a:extLst>
            </p:cNvPr>
            <p:cNvGrpSpPr/>
            <p:nvPr userDrawn="1"/>
          </p:nvGrpSpPr>
          <p:grpSpPr>
            <a:xfrm>
              <a:off x="0" y="6241774"/>
              <a:ext cx="12192000" cy="616225"/>
              <a:chOff x="0" y="6241774"/>
              <a:chExt cx="12192000" cy="616225"/>
            </a:xfrm>
          </p:grpSpPr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B954B7A8-D263-4EFB-BCBD-3D10181EB9B9}"/>
                  </a:ext>
                </a:extLst>
              </p:cNvPr>
              <p:cNvSpPr/>
              <p:nvPr userDrawn="1"/>
            </p:nvSpPr>
            <p:spPr>
              <a:xfrm>
                <a:off x="0" y="6241774"/>
                <a:ext cx="12192000" cy="616225"/>
              </a:xfrm>
              <a:prstGeom prst="rect">
                <a:avLst/>
              </a:prstGeom>
              <a:solidFill>
                <a:srgbClr val="003E7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pic>
            <p:nvPicPr>
              <p:cNvPr id="8" name="圖片 7">
                <a:extLst>
                  <a:ext uri="{FF2B5EF4-FFF2-40B4-BE49-F238E27FC236}">
                    <a16:creationId xmlns:a16="http://schemas.microsoft.com/office/drawing/2014/main" id="{59C69E6D-1BFF-45A7-A6FB-013ED0630CA6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407" t="9000" r="2297" b="4323"/>
              <a:stretch/>
            </p:blipFill>
            <p:spPr>
              <a:xfrm>
                <a:off x="40480" y="6396038"/>
                <a:ext cx="2771775" cy="440013"/>
              </a:xfrm>
              <a:prstGeom prst="rect">
                <a:avLst/>
              </a:prstGeom>
            </p:spPr>
          </p:pic>
        </p:grpSp>
        <p:grpSp>
          <p:nvGrpSpPr>
            <p:cNvPr id="19" name="群組 18">
              <a:extLst>
                <a:ext uri="{FF2B5EF4-FFF2-40B4-BE49-F238E27FC236}">
                  <a16:creationId xmlns:a16="http://schemas.microsoft.com/office/drawing/2014/main" id="{87695879-8A2A-423E-8B4A-357464B05370}"/>
                </a:ext>
              </a:extLst>
            </p:cNvPr>
            <p:cNvGrpSpPr/>
            <p:nvPr userDrawn="1"/>
          </p:nvGrpSpPr>
          <p:grpSpPr>
            <a:xfrm>
              <a:off x="0" y="0"/>
              <a:ext cx="12192000" cy="653994"/>
              <a:chOff x="0" y="0"/>
              <a:chExt cx="12192000" cy="653994"/>
            </a:xfrm>
          </p:grpSpPr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D2FF7924-593C-4F4D-BB5F-8162A1C921AF}"/>
                  </a:ext>
                </a:extLst>
              </p:cNvPr>
              <p:cNvSpPr/>
              <p:nvPr userDrawn="1"/>
            </p:nvSpPr>
            <p:spPr>
              <a:xfrm>
                <a:off x="0" y="0"/>
                <a:ext cx="12192000" cy="616225"/>
              </a:xfrm>
              <a:prstGeom prst="rect">
                <a:avLst/>
              </a:prstGeom>
              <a:solidFill>
                <a:srgbClr val="003E7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B2F71DC1-6765-47CC-9010-90C47A592085}"/>
                  </a:ext>
                </a:extLst>
              </p:cNvPr>
              <p:cNvSpPr txBox="1"/>
              <p:nvPr userDrawn="1"/>
            </p:nvSpPr>
            <p:spPr>
              <a:xfrm>
                <a:off x="838200" y="7663"/>
                <a:ext cx="523123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TW" altLang="en-US" sz="1800" b="1" i="0" dirty="0">
                    <a:solidFill>
                      <a:schemeClr val="bg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智慧型視覺運算實驗室</a:t>
                </a:r>
              </a:p>
              <a:p>
                <a:r>
                  <a:rPr lang="zh-TW" altLang="en-US" sz="1800" i="0" dirty="0">
                    <a:solidFill>
                      <a:schemeClr val="bg1"/>
                    </a:solidFill>
                  </a:rPr>
                  <a:t>𝑰𝒏𝒕𝒆𝒍𝒍𝒊𝒈𝒆𝒏𝒕 𝑽𝒊𝒔𝒊𝒐𝒏 𝑪𝒐𝒎𝒑𝒖𝒕𝒊𝒏𝒈 𝑳𝒂𝒃𝒐𝒓𝒂𝒕𝒐𝒓𝒚</a:t>
                </a:r>
              </a:p>
            </p:txBody>
          </p:sp>
          <p:grpSp>
            <p:nvGrpSpPr>
              <p:cNvPr id="18" name="群組 17">
                <a:extLst>
                  <a:ext uri="{FF2B5EF4-FFF2-40B4-BE49-F238E27FC236}">
                    <a16:creationId xmlns:a16="http://schemas.microsoft.com/office/drawing/2014/main" id="{F9CFA417-E9A0-47AF-B1FA-3E36A3FFA104}"/>
                  </a:ext>
                </a:extLst>
              </p:cNvPr>
              <p:cNvGrpSpPr/>
              <p:nvPr userDrawn="1"/>
            </p:nvGrpSpPr>
            <p:grpSpPr>
              <a:xfrm>
                <a:off x="73152" y="0"/>
                <a:ext cx="691896" cy="612000"/>
                <a:chOff x="73152" y="0"/>
                <a:chExt cx="691896" cy="612000"/>
              </a:xfrm>
            </p:grpSpPr>
            <p:sp>
              <p:nvSpPr>
                <p:cNvPr id="15" name="橢圓 14">
                  <a:extLst>
                    <a:ext uri="{FF2B5EF4-FFF2-40B4-BE49-F238E27FC236}">
                      <a16:creationId xmlns:a16="http://schemas.microsoft.com/office/drawing/2014/main" id="{ED66173D-84FA-4D8B-B476-477762338E33}"/>
                    </a:ext>
                  </a:extLst>
                </p:cNvPr>
                <p:cNvSpPr/>
                <p:nvPr userDrawn="1"/>
              </p:nvSpPr>
              <p:spPr>
                <a:xfrm>
                  <a:off x="73152" y="0"/>
                  <a:ext cx="612000" cy="612000"/>
                </a:xfrm>
                <a:prstGeom prst="ellipse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1C833D1F-4B7E-40BA-984F-F8273D126EF1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93278" y="20115"/>
                  <a:ext cx="571770" cy="571770"/>
                </a:xfrm>
                <a:prstGeom prst="rect">
                  <a:avLst/>
                </a:prstGeom>
              </p:spPr>
            </p:pic>
          </p:grpSp>
        </p:grpSp>
      </p:grpSp>
      <p:sp>
        <p:nvSpPr>
          <p:cNvPr id="2" name="標題 1">
            <a:extLst>
              <a:ext uri="{FF2B5EF4-FFF2-40B4-BE49-F238E27FC236}">
                <a16:creationId xmlns:a16="http://schemas.microsoft.com/office/drawing/2014/main" id="{BF66783E-7EB2-454A-A354-993FCFCEDF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57275"/>
            <a:ext cx="9144000" cy="2452688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A65DB660-9242-4F64-B717-63053A6CA5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3CFE8E1-6749-47B7-B9BC-1D5E1AEEBD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53D70C0B-9280-43CA-866B-20AE537B49FA}" type="datetime1">
              <a:rPr lang="zh-TW" altLang="en-US" smtClean="0"/>
              <a:t>2023/12/6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3A8B65E-7C54-4BF4-8F9E-4BAE76389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F4CD2EA-33B3-4452-9113-826A067C2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C8DCE-EF52-436A-94FE-80FE650733A0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085602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群組 7">
            <a:extLst>
              <a:ext uri="{FF2B5EF4-FFF2-40B4-BE49-F238E27FC236}">
                <a16:creationId xmlns:a16="http://schemas.microsoft.com/office/drawing/2014/main" id="{6531A67B-2D76-441E-AFAA-E965E2758152}"/>
              </a:ext>
            </a:extLst>
          </p:cNvPr>
          <p:cNvGrpSpPr/>
          <p:nvPr userDrawn="1"/>
        </p:nvGrpSpPr>
        <p:grpSpPr>
          <a:xfrm>
            <a:off x="0" y="0"/>
            <a:ext cx="12192000" cy="6857999"/>
            <a:chOff x="0" y="0"/>
            <a:chExt cx="12192000" cy="6857999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357FADC5-3848-440D-BA76-413F8AF62830}"/>
                </a:ext>
              </a:extLst>
            </p:cNvPr>
            <p:cNvSpPr/>
            <p:nvPr userDrawn="1"/>
          </p:nvSpPr>
          <p:spPr>
            <a:xfrm>
              <a:off x="0" y="0"/>
              <a:ext cx="12192000" cy="6836051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pSp>
          <p:nvGrpSpPr>
            <p:cNvPr id="10" name="群組 9">
              <a:extLst>
                <a:ext uri="{FF2B5EF4-FFF2-40B4-BE49-F238E27FC236}">
                  <a16:creationId xmlns:a16="http://schemas.microsoft.com/office/drawing/2014/main" id="{8BA1458E-38EB-4D20-9931-792125213725}"/>
                </a:ext>
              </a:extLst>
            </p:cNvPr>
            <p:cNvGrpSpPr/>
            <p:nvPr userDrawn="1"/>
          </p:nvGrpSpPr>
          <p:grpSpPr>
            <a:xfrm>
              <a:off x="0" y="6241774"/>
              <a:ext cx="12192000" cy="616225"/>
              <a:chOff x="0" y="6241774"/>
              <a:chExt cx="12192000" cy="616225"/>
            </a:xfrm>
          </p:grpSpPr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D02D6202-C9F5-4C80-803B-724DB79EDDC1}"/>
                  </a:ext>
                </a:extLst>
              </p:cNvPr>
              <p:cNvSpPr/>
              <p:nvPr userDrawn="1"/>
            </p:nvSpPr>
            <p:spPr>
              <a:xfrm>
                <a:off x="0" y="6241774"/>
                <a:ext cx="12192000" cy="616225"/>
              </a:xfrm>
              <a:prstGeom prst="rect">
                <a:avLst/>
              </a:prstGeom>
              <a:solidFill>
                <a:srgbClr val="003E7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pic>
            <p:nvPicPr>
              <p:cNvPr id="18" name="圖片 17">
                <a:extLst>
                  <a:ext uri="{FF2B5EF4-FFF2-40B4-BE49-F238E27FC236}">
                    <a16:creationId xmlns:a16="http://schemas.microsoft.com/office/drawing/2014/main" id="{17D3C388-BDD9-4E8E-81B0-9DCEF11C63D7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407" t="9000" r="2297" b="4323"/>
              <a:stretch/>
            </p:blipFill>
            <p:spPr>
              <a:xfrm>
                <a:off x="40480" y="6396038"/>
                <a:ext cx="2771775" cy="440013"/>
              </a:xfrm>
              <a:prstGeom prst="rect">
                <a:avLst/>
              </a:prstGeom>
            </p:spPr>
          </p:pic>
        </p:grpSp>
        <p:grpSp>
          <p:nvGrpSpPr>
            <p:cNvPr id="11" name="群組 10">
              <a:extLst>
                <a:ext uri="{FF2B5EF4-FFF2-40B4-BE49-F238E27FC236}">
                  <a16:creationId xmlns:a16="http://schemas.microsoft.com/office/drawing/2014/main" id="{ACE7F096-6BD3-4F0E-BB42-E93A81B32F7A}"/>
                </a:ext>
              </a:extLst>
            </p:cNvPr>
            <p:cNvGrpSpPr/>
            <p:nvPr userDrawn="1"/>
          </p:nvGrpSpPr>
          <p:grpSpPr>
            <a:xfrm>
              <a:off x="0" y="0"/>
              <a:ext cx="12192000" cy="653994"/>
              <a:chOff x="0" y="0"/>
              <a:chExt cx="12192000" cy="653994"/>
            </a:xfrm>
          </p:grpSpPr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0A16C923-A87E-45ED-839B-FE16B25458B9}"/>
                  </a:ext>
                </a:extLst>
              </p:cNvPr>
              <p:cNvSpPr/>
              <p:nvPr userDrawn="1"/>
            </p:nvSpPr>
            <p:spPr>
              <a:xfrm>
                <a:off x="0" y="0"/>
                <a:ext cx="12192000" cy="616225"/>
              </a:xfrm>
              <a:prstGeom prst="rect">
                <a:avLst/>
              </a:prstGeom>
              <a:solidFill>
                <a:srgbClr val="003E7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E25F68A5-3D41-4CEF-A3CC-1F3D777636FC}"/>
                  </a:ext>
                </a:extLst>
              </p:cNvPr>
              <p:cNvSpPr txBox="1"/>
              <p:nvPr userDrawn="1"/>
            </p:nvSpPr>
            <p:spPr>
              <a:xfrm>
                <a:off x="838200" y="7663"/>
                <a:ext cx="523123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TW" altLang="en-US" sz="1800" b="1" i="0" dirty="0">
                    <a:solidFill>
                      <a:schemeClr val="bg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智慧型視覺運算實驗室</a:t>
                </a:r>
              </a:p>
              <a:p>
                <a:r>
                  <a:rPr lang="zh-TW" altLang="en-US" sz="1800" i="0" dirty="0">
                    <a:solidFill>
                      <a:schemeClr val="bg1"/>
                    </a:solidFill>
                  </a:rPr>
                  <a:t>𝑰𝒏𝒕𝒆𝒍𝒍𝒊𝒈𝒆𝒏𝒕 𝑽𝒊𝒔𝒊𝒐𝒏 𝑪𝒐𝒎𝒑𝒖𝒕𝒊𝒏𝒈 𝑳𝒂𝒃𝒐𝒓𝒂𝒕𝒐𝒓𝒚</a:t>
                </a:r>
              </a:p>
            </p:txBody>
          </p:sp>
          <p:grpSp>
            <p:nvGrpSpPr>
              <p:cNvPr id="14" name="群組 13">
                <a:extLst>
                  <a:ext uri="{FF2B5EF4-FFF2-40B4-BE49-F238E27FC236}">
                    <a16:creationId xmlns:a16="http://schemas.microsoft.com/office/drawing/2014/main" id="{DEE8C133-E4F6-41EF-8915-47B3935E3D9D}"/>
                  </a:ext>
                </a:extLst>
              </p:cNvPr>
              <p:cNvGrpSpPr/>
              <p:nvPr userDrawn="1"/>
            </p:nvGrpSpPr>
            <p:grpSpPr>
              <a:xfrm>
                <a:off x="73152" y="0"/>
                <a:ext cx="691896" cy="612000"/>
                <a:chOff x="73152" y="0"/>
                <a:chExt cx="691896" cy="612000"/>
              </a:xfrm>
            </p:grpSpPr>
            <p:sp>
              <p:nvSpPr>
                <p:cNvPr id="15" name="橢圓 14">
                  <a:extLst>
                    <a:ext uri="{FF2B5EF4-FFF2-40B4-BE49-F238E27FC236}">
                      <a16:creationId xmlns:a16="http://schemas.microsoft.com/office/drawing/2014/main" id="{D9C6230A-F682-4D17-ADF1-B20E33FDD492}"/>
                    </a:ext>
                  </a:extLst>
                </p:cNvPr>
                <p:cNvSpPr/>
                <p:nvPr userDrawn="1"/>
              </p:nvSpPr>
              <p:spPr>
                <a:xfrm>
                  <a:off x="73152" y="0"/>
                  <a:ext cx="612000" cy="612000"/>
                </a:xfrm>
                <a:prstGeom prst="ellipse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pic>
              <p:nvPicPr>
                <p:cNvPr id="16" name="圖片 15">
                  <a:extLst>
                    <a:ext uri="{FF2B5EF4-FFF2-40B4-BE49-F238E27FC236}">
                      <a16:creationId xmlns:a16="http://schemas.microsoft.com/office/drawing/2014/main" id="{1CED09A0-EACA-493D-B4E4-CC8EE516525D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93278" y="20115"/>
                  <a:ext cx="571770" cy="571770"/>
                </a:xfrm>
                <a:prstGeom prst="rect">
                  <a:avLst/>
                </a:prstGeom>
              </p:spPr>
            </p:pic>
          </p:grpSp>
        </p:grpSp>
      </p:grpSp>
      <p:sp>
        <p:nvSpPr>
          <p:cNvPr id="2" name="標題 1">
            <a:extLst>
              <a:ext uri="{FF2B5EF4-FFF2-40B4-BE49-F238E27FC236}">
                <a16:creationId xmlns:a16="http://schemas.microsoft.com/office/drawing/2014/main" id="{248B85D5-0AB3-4DAC-A1EE-335E36372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2938"/>
            <a:ext cx="10515600" cy="616225"/>
          </a:xfrm>
        </p:spPr>
        <p:txBody>
          <a:bodyPr/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E5EFBF1-8E0D-4A3C-85C2-126C9B3D3A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35364"/>
            <a:ext cx="12191999" cy="4841599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9909FFC-825B-4726-A00C-4423B32E9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D8A3A-CC9A-49F1-B28F-B165C7F48BB9}" type="datetime1">
              <a:rPr lang="zh-TW" altLang="en-US" smtClean="0"/>
              <a:t>2023/12/6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72D083C-B66F-40A0-BA0F-44A1B445B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34646A0-379B-4E3D-B824-8F96F449E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C8DCE-EF52-436A-94FE-80FE650733A0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274BFCD0-D311-4E79-A965-9E5BCAEAADCF}"/>
              </a:ext>
            </a:extLst>
          </p:cNvPr>
          <p:cNvCxnSpPr/>
          <p:nvPr userDrawn="1"/>
        </p:nvCxnSpPr>
        <p:spPr>
          <a:xfrm>
            <a:off x="838200" y="1287738"/>
            <a:ext cx="10515600" cy="0"/>
          </a:xfrm>
          <a:prstGeom prst="line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22785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877423D-D40A-4035-8136-7947DF3FD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2066444-CE08-4C7A-9087-C0AD9F6271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3B179C2-6C6A-4EB9-919E-44608F8A6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913B7-5AEB-4466-9875-DADBECD4665F}" type="datetime1">
              <a:rPr lang="zh-TW" altLang="en-US" smtClean="0"/>
              <a:t>2023/12/6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35C88CB-EACC-4C53-B46C-034C6D644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3989640-756A-4877-96D3-E5130D985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C8DCE-EF52-436A-94FE-80FE650733A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856002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52EB4ED-8867-489A-8DF5-C7B19F53E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C8D1388-EB9E-4441-82AD-967A7402FD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3D29DCE-17E8-4EF7-8281-87100FD35E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3E3AAE0-3D1F-4E9C-8B52-0653BF181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B7D9D-58C4-4DD2-A976-0811EEC111AC}" type="datetime1">
              <a:rPr lang="zh-TW" altLang="en-US" smtClean="0"/>
              <a:t>2023/12/6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2C9C8CF-95F3-46FB-A448-E37E48A4C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91BB40A-66FE-4F30-9CA6-9E9229842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C8DCE-EF52-436A-94FE-80FE650733A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021959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B2C76BE-C30B-4EC6-8F74-4FAA87FF5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546C872-B4F1-4BEA-8677-1603C2A1E0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7BD1F07-7077-453B-93F5-AAA46AE220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A76012F9-B206-4AEE-8C63-28B7298C0A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D243D273-39FD-4981-BD0C-614568565B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695E955F-E134-4633-8404-3DA58D79F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3E4F8-104A-41D9-B630-EEB36125B7CC}" type="datetime1">
              <a:rPr lang="zh-TW" altLang="en-US" smtClean="0"/>
              <a:t>2023/12/6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5C3994BD-9380-4127-B3A1-78CFFCDA9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56DD39B5-B4D7-42CE-8529-D79166617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C8DCE-EF52-436A-94FE-80FE650733A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41550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72EEEAF-4882-42F2-8A06-136AF4A4A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2B320408-F271-4DFC-8BCD-A78623FB4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4ACDE-A0F7-4839-9C3F-1A65AB224B79}" type="datetime1">
              <a:rPr lang="zh-TW" altLang="en-US" smtClean="0"/>
              <a:t>2023/12/6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7030B52-06C7-4D2F-B0D8-018588034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64943A1-13EC-442C-ADB6-F0FD08D2F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C8DCE-EF52-436A-94FE-80FE650733A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874363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A8EBF7EA-7525-41AD-B3F3-7D535B825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561B8-A9D7-47F3-994B-85AC98F7CE28}" type="datetime1">
              <a:rPr lang="zh-TW" altLang="en-US" smtClean="0"/>
              <a:t>2023/12/6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946F1C4-191E-4CDB-93C5-33669CD5E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090CD7E-01BE-4480-956F-7FC32E73E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C8DCE-EF52-436A-94FE-80FE650733A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786727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A3EC044-4683-41BB-9EA1-05667B988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38E8754-F155-4EA9-8744-D8794EE56A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48ABAE7-D5DE-4FD7-BAF5-E1D6F2594B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AB95065-2D83-4CC6-B598-F8C4AE1E7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B61CD-4F29-45D1-B7F5-CA8FBF383136}" type="datetime1">
              <a:rPr lang="zh-TW" altLang="en-US" smtClean="0"/>
              <a:t>2023/12/6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E127643-96D0-467C-BA83-70538DC89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93F22F1-0A47-4E44-90A9-1E2755048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C8DCE-EF52-436A-94FE-80FE650733A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47749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81352D4-BEFE-4F50-98E9-98B0E8744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E5B41EE8-CB9B-4F9A-B947-8E5F3E1D93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8FDF6CF-0ACC-4BC2-B074-922CA218CA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9CC1280-4C8D-490E-95FA-08B18011B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15FBA-45E2-4EF9-8B98-5C764B9168DC}" type="datetime1">
              <a:rPr lang="zh-TW" altLang="en-US" smtClean="0"/>
              <a:t>2023/12/6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4BB90CE-9E3C-49FA-9CE2-B2AA5B6CD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B8B30E8-6496-4B0D-8CEB-47A1442F2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C8DCE-EF52-436A-94FE-80FE650733A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85792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1491D2A-46AF-4C1C-B325-8ED96248A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B27B3F9-85FB-4B05-9E62-EC5D6A6122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C639D1C-4E05-4A66-8254-4DE607087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9D050-54BA-46BF-B86B-6D22310D0BC6}" type="datetime1">
              <a:rPr lang="zh-TW" altLang="en-US" smtClean="0"/>
              <a:t>2023/12/6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F568FAC-9B2C-4F67-A453-FABAAEB23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FE2DD90-4B4D-479E-8022-FEDADBBA7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C8DCE-EF52-436A-94FE-80FE650733A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105499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E62F99F3-11D1-448A-9716-ECDB0BE7C6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CE837FE-C9F1-4A20-8DE0-CC79D503F0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560E2D9-0F49-4AC6-8A25-E69E715B0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448E4-45F1-4D07-B7D6-10969DA402BF}" type="datetime1">
              <a:rPr lang="zh-TW" altLang="en-US" smtClean="0"/>
              <a:t>2023/12/6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9AD8207-4F0F-4BB8-97FA-BABF9285F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EC5D499-0EF3-4A9B-B644-897608C9C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C8DCE-EF52-436A-94FE-80FE650733A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968183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5024C19D-ED2D-471F-9BAB-0A4E22827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26BA8FB-D060-48D6-9F02-0087E8CAC7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4846ECB-D23C-46DC-BF60-73CEA978D8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CD808E-2D61-42E4-A110-7923B1145CBF}" type="datetime1">
              <a:rPr lang="zh-TW" altLang="en-US" smtClean="0"/>
              <a:t>2023/12/6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00A7B53-7E27-498E-916D-3429758F1F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A11F200-7FE3-42EF-9B41-D9782DA7DB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5C8DCE-EF52-436A-94FE-80FE650733A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63983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  <p:sldLayoutId id="2147483748" r:id="rId5"/>
    <p:sldLayoutId id="2147483749" r:id="rId6"/>
    <p:sldLayoutId id="2147483750" r:id="rId7"/>
    <p:sldLayoutId id="2147483751" r:id="rId8"/>
    <p:sldLayoutId id="2147483752" r:id="rId9"/>
    <p:sldLayoutId id="2147483753" r:id="rId10"/>
    <p:sldLayoutId id="2147483754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41BEBF2-F677-4F3A-9C37-84E7409D32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81E84B5-D2D1-4FF7-B07C-28686EAC15E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940E006-E97E-4EE9-AB01-3224C42F3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C8DCE-EF52-436A-94FE-80FE650733A0}" type="slidenum">
              <a:rPr lang="zh-TW" altLang="en-US" smtClean="0"/>
              <a:pPr/>
              <a:t>1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07285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27007DA-6BFB-455B-8094-0C63FDEEE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67F5E06-C837-427F-8688-0F72DBB9F3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20223F1-C319-4618-B253-B2186D7DC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C8DCE-EF52-436A-94FE-80FE650733A0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296286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訂 3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</TotalTime>
  <Words>2</Words>
  <Application>Microsoft Office PowerPoint</Application>
  <PresentationFormat>寬螢幕</PresentationFormat>
  <Paragraphs>2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9" baseType="lpstr">
      <vt:lpstr>微軟正黑體</vt:lpstr>
      <vt:lpstr>新細明體</vt:lpstr>
      <vt:lpstr>標楷體</vt:lpstr>
      <vt:lpstr>Arial</vt:lpstr>
      <vt:lpstr>Calibri</vt:lpstr>
      <vt:lpstr>Times New Roman</vt:lpstr>
      <vt:lpstr>Office 佈景主題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Chen</dc:creator>
  <cp:lastModifiedBy>Jeff</cp:lastModifiedBy>
  <cp:revision>15</cp:revision>
  <dcterms:created xsi:type="dcterms:W3CDTF">2023-11-23T21:25:36Z</dcterms:created>
  <dcterms:modified xsi:type="dcterms:W3CDTF">2023-12-06T06:35:12Z</dcterms:modified>
</cp:coreProperties>
</file>